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28"/>
  </p:handoutMasterIdLst>
  <p:sldIdLst>
    <p:sldId id="288" r:id="rId3"/>
    <p:sldId id="265" r:id="rId4"/>
    <p:sldId id="289" r:id="rId5"/>
    <p:sldId id="256" r:id="rId6"/>
    <p:sldId id="258" r:id="rId8"/>
    <p:sldId id="259" r:id="rId9"/>
    <p:sldId id="287" r:id="rId10"/>
    <p:sldId id="260" r:id="rId11"/>
    <p:sldId id="261" r:id="rId12"/>
    <p:sldId id="262" r:id="rId13"/>
    <p:sldId id="263" r:id="rId14"/>
    <p:sldId id="264" r:id="rId15"/>
    <p:sldId id="286" r:id="rId16"/>
    <p:sldId id="285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403985" y="2416175"/>
            <a:ext cx="10029825" cy="1606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WPS灵秀黑" charset="-122"/>
                <a:ea typeface="WPS灵秀黑" charset="-122"/>
                <a:cs typeface="WPS灵秀黑" charset="-122"/>
                <a:sym typeface="WPS灵秀黑" charset="-122"/>
              </a:rPr>
              <a:t>独立站网站优化系统教程：导购链路</a:t>
            </a:r>
            <a:r>
              <a:rPr lang="en-US" altLang="zh-CN" sz="28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WPS灵秀黑" charset="-122"/>
                <a:ea typeface="WPS灵秀黑" charset="-122"/>
                <a:cs typeface="WPS灵秀黑" charset="-122"/>
                <a:sym typeface="WPS灵秀黑" charset="-122"/>
              </a:rPr>
              <a:t>&amp;</a:t>
            </a:r>
            <a:r>
              <a:rPr lang="zh-CN" altLang="en-US" sz="28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WPS灵秀黑" charset="-122"/>
                <a:ea typeface="WPS灵秀黑" charset="-122"/>
                <a:cs typeface="WPS灵秀黑" charset="-122"/>
                <a:sym typeface="WPS灵秀黑" charset="-122"/>
              </a:rPr>
              <a:t>支付链路</a:t>
            </a:r>
            <a:endParaRPr lang="zh-CN" altLang="en-US" sz="2800" b="1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WPS灵秀黑" charset="-122"/>
              <a:ea typeface="WPS灵秀黑" charset="-122"/>
              <a:cs typeface="WPS灵秀黑" charset="-122"/>
              <a:sym typeface="WPS灵秀黑" charset="-122"/>
            </a:endParaRPr>
          </a:p>
          <a:p>
            <a:br>
              <a:rPr lang="zh-CN" altLang="en-US" sz="28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WPS灵秀黑" charset="-122"/>
                <a:ea typeface="WPS灵秀黑" charset="-122"/>
                <a:cs typeface="WPS灵秀黑" charset="-122"/>
                <a:sym typeface="WPS灵秀黑" charset="-122"/>
              </a:rPr>
            </a:br>
            <a:r>
              <a:rPr lang="en-US" altLang="zh-CN" sz="28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WPS灵秀黑" charset="-122"/>
                <a:ea typeface="WPS灵秀黑" charset="-122"/>
                <a:cs typeface="WPS灵秀黑" charset="-122"/>
                <a:sym typeface="WPS灵秀黑" charset="-122"/>
              </a:rPr>
              <a:t>                                   ——</a:t>
            </a:r>
            <a:r>
              <a:rPr lang="zh-CN" altLang="en-US" sz="28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WPS灵秀黑" charset="-122"/>
                <a:ea typeface="WPS灵秀黑" charset="-122"/>
                <a:cs typeface="WPS灵秀黑" charset="-122"/>
                <a:sym typeface="WPS灵秀黑" charset="-122"/>
              </a:rPr>
              <a:t>如何打造高转化跨境独立站？</a:t>
            </a:r>
            <a:endParaRPr lang="zh-CN" altLang="en-US" sz="2800" b="1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WPS灵秀黑" charset="-122"/>
              <a:ea typeface="WPS灵秀黑" charset="-122"/>
              <a:cs typeface="WPS灵秀黑" charset="-122"/>
              <a:sym typeface="WPS灵秀黑" charset="-122"/>
            </a:endParaRPr>
          </a:p>
        </p:txBody>
      </p:sp>
      <p:sp>
        <p:nvSpPr>
          <p:cNvPr id="58" name="圆角矩形 57"/>
          <p:cNvSpPr/>
          <p:nvPr/>
        </p:nvSpPr>
        <p:spPr>
          <a:xfrm flipV="1">
            <a:off x="635000" y="80645"/>
            <a:ext cx="2742565" cy="360680"/>
          </a:xfrm>
          <a:prstGeom prst="roundRect">
            <a:avLst>
              <a:gd name="adj" fmla="val 50000"/>
            </a:avLst>
          </a:prstGeom>
          <a:solidFill>
            <a:srgbClr val="37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圆角矩形 5"/>
          <p:cNvSpPr/>
          <p:nvPr/>
        </p:nvSpPr>
        <p:spPr>
          <a:xfrm flipV="1">
            <a:off x="8342463" y="6204267"/>
            <a:ext cx="2984500" cy="431800"/>
          </a:xfrm>
          <a:prstGeom prst="roundRect">
            <a:avLst>
              <a:gd name="adj" fmla="val 50000"/>
            </a:avLst>
          </a:prstGeom>
          <a:solidFill>
            <a:srgbClr val="37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7" name="组合 66"/>
          <p:cNvGrpSpPr/>
          <p:nvPr/>
        </p:nvGrpSpPr>
        <p:grpSpPr>
          <a:xfrm rot="2640000">
            <a:off x="10197327" y="4881531"/>
            <a:ext cx="1777794" cy="1155509"/>
            <a:chOff x="3647506" y="400042"/>
            <a:chExt cx="1462508" cy="950583"/>
          </a:xfrm>
          <a:solidFill>
            <a:srgbClr val="37AB91"/>
          </a:solidFill>
        </p:grpSpPr>
        <p:sp>
          <p:nvSpPr>
            <p:cNvPr id="68" name="圆角矩形 67"/>
            <p:cNvSpPr/>
            <p:nvPr/>
          </p:nvSpPr>
          <p:spPr>
            <a:xfrm rot="18900000" flipV="1">
              <a:off x="3647506" y="1064984"/>
              <a:ext cx="1310715" cy="2856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椭圆 68"/>
            <p:cNvSpPr/>
            <p:nvPr/>
          </p:nvSpPr>
          <p:spPr>
            <a:xfrm rot="18900000" flipV="1">
              <a:off x="4825614" y="400042"/>
              <a:ext cx="284400" cy="2856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3500000">
            <a:off x="100827" y="543846"/>
            <a:ext cx="1777794" cy="1155509"/>
            <a:chOff x="3647506" y="400042"/>
            <a:chExt cx="1462508" cy="950583"/>
          </a:xfrm>
          <a:solidFill>
            <a:srgbClr val="37AB91"/>
          </a:solidFill>
        </p:grpSpPr>
        <p:sp>
          <p:nvSpPr>
            <p:cNvPr id="8" name="圆角矩形 7"/>
            <p:cNvSpPr/>
            <p:nvPr/>
          </p:nvSpPr>
          <p:spPr>
            <a:xfrm rot="18900000" flipV="1">
              <a:off x="3647506" y="1064984"/>
              <a:ext cx="1310715" cy="2856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 rot="18900000" flipV="1">
              <a:off x="4825614" y="400042"/>
              <a:ext cx="284400" cy="2856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行业</a:t>
            </a:r>
            <a:r>
              <a:rPr lang="zh-CN" altLang="en-US"/>
              <a:t>优秀导购链路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950" y="1060450"/>
            <a:ext cx="11722100" cy="4737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行业</a:t>
            </a:r>
            <a:r>
              <a:rPr lang="zh-CN" altLang="en-US"/>
              <a:t>优秀导购链路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00"/>
            <a:ext cx="12192000" cy="673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2120"/>
            <a:ext cx="12192000" cy="5953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0"/>
            <a:ext cx="121031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786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9225" y="71755"/>
            <a:ext cx="11924030" cy="6786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215"/>
            <a:ext cx="12192000" cy="67195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930" y="0"/>
            <a:ext cx="112801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0020"/>
            <a:ext cx="12192000" cy="65373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5595"/>
            <a:ext cx="12192000" cy="6226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行业</a:t>
            </a:r>
            <a:r>
              <a:rPr lang="zh-CN" altLang="en-US"/>
              <a:t>优秀转化</a:t>
            </a:r>
            <a:r>
              <a:rPr lang="zh-CN" altLang="en-US"/>
              <a:t>链路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940"/>
            <a:ext cx="12192000" cy="6802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标题 3"/>
          <p:cNvSpPr/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9580"/>
            <a:ext cx="12192000" cy="5958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35" y="0"/>
            <a:ext cx="118852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50" y="0"/>
            <a:ext cx="118999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6365"/>
            <a:ext cx="12192000" cy="66046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" y="0"/>
            <a:ext cx="119602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80" y="0"/>
            <a:ext cx="119024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91795"/>
            <a:ext cx="12192000" cy="60737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93395"/>
            <a:ext cx="12192000" cy="58712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8630"/>
            <a:ext cx="12192000" cy="59207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" y="0"/>
            <a:ext cx="118833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0370" y="6371590"/>
            <a:ext cx="71158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Check Out</a:t>
            </a:r>
            <a:r>
              <a:rPr lang="zh-CN" altLang="en-US"/>
              <a:t>很不规范，要写成</a:t>
            </a:r>
            <a:r>
              <a:rPr lang="en-US" altLang="zh-CN"/>
              <a:t>Checkout</a:t>
            </a:r>
            <a:r>
              <a:rPr lang="zh-CN" altLang="en-US"/>
              <a:t>，最好写成</a:t>
            </a:r>
            <a:r>
              <a:rPr lang="en-US" altLang="zh-CN"/>
              <a:t>Security </a:t>
            </a:r>
            <a:r>
              <a:rPr lang="en-US" altLang="zh-CN"/>
              <a:t>Checkout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039600" cy="68268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WPS 演示</Application>
  <PresentationFormat>宽屏</PresentationFormat>
  <Paragraphs>11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Wingdings</vt:lpstr>
      <vt:lpstr>Calibri</vt:lpstr>
      <vt:lpstr>微软雅黑</vt:lpstr>
      <vt:lpstr>Arial Unicode MS</vt:lpstr>
      <vt:lpstr>WPS灵秀黑</vt:lpstr>
      <vt:lpstr>Office 主题​​</vt:lpstr>
      <vt:lpstr>行业优秀导购链路</vt:lpstr>
      <vt:lpstr>行业优秀导购链路</vt:lpstr>
      <vt:lpstr>行业优秀导购链路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行业优秀转化链路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小虎牙</cp:lastModifiedBy>
  <cp:revision>23</cp:revision>
  <dcterms:created xsi:type="dcterms:W3CDTF">2023-08-10T13:09:00Z</dcterms:created>
  <dcterms:modified xsi:type="dcterms:W3CDTF">2025-05-22T11:41:48Z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403EFCAA6966A4209DE1D464FDF927E4_43</vt:lpwstr>
  </property>
</Properties>
</file>