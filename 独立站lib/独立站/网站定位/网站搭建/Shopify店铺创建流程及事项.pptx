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409" r:id="rId3"/>
    <p:sldId id="410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5494338" y="250825"/>
            <a:ext cx="2959100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1003300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1295400" y="1522413"/>
            <a:ext cx="315913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849630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1026795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7061983" y="647700"/>
            <a:ext cx="1501775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7440035" y="0"/>
            <a:ext cx="1501775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6005513" y="92075"/>
            <a:ext cx="1304925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95345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358945" y="4795838"/>
            <a:ext cx="590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1198799" y="2009457"/>
            <a:ext cx="6243723" cy="1198800"/>
          </a:xfrm>
        </p:spPr>
        <p:txBody>
          <a:bodyPr anchor="ctr">
            <a:normAutofit/>
          </a:bodyPr>
          <a:lstStyle>
            <a:lvl1pPr algn="l">
              <a:defRPr sz="60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198880" y="3313163"/>
            <a:ext cx="340868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4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52747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11557000" y="5489575"/>
            <a:ext cx="7112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77788" y="722313"/>
            <a:ext cx="7112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55563" y="68263"/>
            <a:ext cx="712788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11552238" y="6053138"/>
            <a:ext cx="7112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74388" y="0"/>
            <a:ext cx="1217612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11679238" y="0"/>
            <a:ext cx="51276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11387138" y="863600"/>
            <a:ext cx="676275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481013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392113" y="5200650"/>
            <a:ext cx="676275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849630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1026795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7061983" y="647700"/>
            <a:ext cx="1501775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7440035" y="0"/>
            <a:ext cx="1501775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95345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312738" y="88900"/>
            <a:ext cx="2957513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884282" y="3414578"/>
            <a:ext cx="5017135" cy="8631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884281" y="4332272"/>
            <a:ext cx="5017134" cy="111222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7052747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11557000" y="5489575"/>
            <a:ext cx="7112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77788" y="722313"/>
            <a:ext cx="7112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55563" y="68263"/>
            <a:ext cx="712788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11552238" y="6053138"/>
            <a:ext cx="7112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11188700" y="4403725"/>
            <a:ext cx="1003300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3738563" y="250825"/>
            <a:ext cx="2959100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3695700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924050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3628078" y="647700"/>
            <a:ext cx="1503363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3261303" y="0"/>
            <a:ext cx="1503363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4881563" y="92075"/>
            <a:ext cx="1304925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962025" y="2165350"/>
            <a:ext cx="1695450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657520" y="2420938"/>
            <a:ext cx="5616118" cy="2016125"/>
          </a:xfrm>
        </p:spPr>
        <p:txBody>
          <a:bodyPr anchor="ctr">
            <a:normAutofit/>
          </a:bodyPr>
          <a:lstStyle>
            <a:lvl1pPr algn="ctr">
              <a:defRPr sz="8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388585" y="409574"/>
            <a:ext cx="4753805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image" Target="../media/image4.png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0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29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34.xml"/><Relationship Id="rId6" Type="http://schemas.openxmlformats.org/officeDocument/2006/relationships/image" Target="../media/image13.png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9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4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.bin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49.xml"/><Relationship Id="rId1" Type="http://schemas.openxmlformats.org/officeDocument/2006/relationships/tags" Target="../tags/tag14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5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3.bin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5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image" Target="../media/image29.png"/><Relationship Id="rId7" Type="http://schemas.openxmlformats.org/officeDocument/2006/relationships/image" Target="../media/image20.wmf"/><Relationship Id="rId6" Type="http://schemas.openxmlformats.org/officeDocument/2006/relationships/oleObject" Target="../embeddings/oleObject4.bin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69.xml"/><Relationship Id="rId7" Type="http://schemas.openxmlformats.org/officeDocument/2006/relationships/image" Target="../media/image30.pn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0" Type="http://schemas.openxmlformats.org/officeDocument/2006/relationships/vmlDrawing" Target="../drawings/vmlDrawing5.vml"/><Relationship Id="rId1" Type="http://schemas.openxmlformats.org/officeDocument/2006/relationships/tags" Target="../tags/tag16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20.wmf"/><Relationship Id="rId5" Type="http://schemas.openxmlformats.org/officeDocument/2006/relationships/oleObject" Target="../embeddings/oleObject6.bin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1" Type="http://schemas.openxmlformats.org/officeDocument/2006/relationships/vmlDrawing" Target="../drawings/vmlDrawing6.v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7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79.xml"/><Relationship Id="rId7" Type="http://schemas.openxmlformats.org/officeDocument/2006/relationships/image" Target="../media/image20.wmf"/><Relationship Id="rId6" Type="http://schemas.openxmlformats.org/officeDocument/2006/relationships/oleObject" Target="../embeddings/oleObject7.bin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0" Type="http://schemas.openxmlformats.org/officeDocument/2006/relationships/vmlDrawing" Target="../drawings/vmlDrawing7.vml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84.xml"/><Relationship Id="rId7" Type="http://schemas.openxmlformats.org/officeDocument/2006/relationships/image" Target="../media/image20.wmf"/><Relationship Id="rId6" Type="http://schemas.openxmlformats.org/officeDocument/2006/relationships/oleObject" Target="../embeddings/oleObject8.bin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0" Type="http://schemas.openxmlformats.org/officeDocument/2006/relationships/vmlDrawing" Target="../drawings/vmlDrawing8.vml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89.xml"/><Relationship Id="rId7" Type="http://schemas.openxmlformats.org/officeDocument/2006/relationships/image" Target="../media/image20.wmf"/><Relationship Id="rId6" Type="http://schemas.openxmlformats.org/officeDocument/2006/relationships/oleObject" Target="../embeddings/oleObject9.bin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0" Type="http://schemas.openxmlformats.org/officeDocument/2006/relationships/vmlDrawing" Target="../drawings/vmlDrawing9.v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店铺创建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8880" y="3313430"/>
            <a:ext cx="5521960" cy="1431290"/>
          </a:xfrm>
        </p:spPr>
        <p:txBody>
          <a:bodyPr/>
          <a:p>
            <a:r>
              <a:rPr lang="zh-CN" altLang="en-US"/>
              <a:t>具体流程与事项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585552321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96765" y="1554480"/>
            <a:ext cx="4248150" cy="4838700"/>
          </a:xfrm>
          <a:prstGeom prst="rect">
            <a:avLst/>
          </a:prstGeom>
        </p:spPr>
      </p:pic>
      <p:sp>
        <p:nvSpPr>
          <p:cNvPr id="2" name="Title 6"/>
          <p:cNvSpPr txBox="1"/>
          <p:nvPr>
            <p:custDataLst>
              <p:tags r:id="rId3"/>
            </p:custDataLst>
          </p:nvPr>
        </p:nvSpPr>
        <p:spPr>
          <a:xfrm>
            <a:off x="607765" y="60840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验证谷歌邮箱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 descr="C:\Users\Administrator\Desktop\新建文件夹 (2)\1585552282(1).jpg1585552282(1)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t="17" b="17"/>
          <a:stretch>
            <a:fillRect/>
          </a:stretch>
        </p:blipFill>
        <p:spPr>
          <a:xfrm>
            <a:off x="538479" y="1692301"/>
            <a:ext cx="4144010" cy="4659051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7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8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9365615" y="1235075"/>
            <a:ext cx="2190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首先打开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Gmail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39250" y="1606550"/>
            <a:ext cx="21005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根据表格内的邮箱账号和密码等信息来登陆</a:t>
            </a:r>
            <a:r>
              <a:rPr lang="en-US" altLang="zh-CN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Gmail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12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参考左方图片验证登陆。</a:t>
            </a:r>
            <a:endParaRPr lang="zh-CN" altLang="en-US" sz="12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l"/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验证谷歌邮箱能够正常登陆并使用后，开始下一步。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27450" y="617925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创建店铺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9210040" y="1048385"/>
            <a:ext cx="2190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</a:rPr>
              <a:t>①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打开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Shopify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网站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400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https://www.shopify.com/</a:t>
            </a:r>
            <a:endParaRPr lang="zh-CN" altLang="en-US" sz="1400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86650" y="1707515"/>
            <a:ext cx="30232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</a:rPr>
              <a:t>② 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开始创建。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</a:rPr>
              <a:t>③ 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在以下页面输入邮箱、密码。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85" y="1565275"/>
            <a:ext cx="6692265" cy="336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3601085" y="5249545"/>
            <a:ext cx="37306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注意事项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：店铺名可以随意点起 但不要输入乱码字母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参照：AcocoStore、Elalabuy、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075170" y="163195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465" y="2475230"/>
            <a:ext cx="4551045" cy="34778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27450" y="617925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选择事项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3192145" y="1244600"/>
            <a:ext cx="563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创建后会依次出现以下页面，根据图片进行选择即可。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49390" y="6153150"/>
            <a:ext cx="46024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注意事项</a:t>
            </a:r>
            <a:r>
              <a:rPr lang="zh-CN" altLang="en-US" sz="1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：不要输入自己的电话号码，只需要输入任意十一位数字</a:t>
            </a:r>
            <a:endParaRPr lang="zh-CN" altLang="en-US" sz="1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20" y="1631950"/>
            <a:ext cx="4724400" cy="44430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105535" y="193611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①</a:t>
            </a:r>
            <a:endParaRPr lang="zh-CN" altLang="en-US">
              <a:latin typeface="Calibri" panose="020F0502020204030204" charset="0"/>
            </a:endParaRPr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1688465"/>
            <a:ext cx="4307205" cy="436308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6435090" y="193611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Calibri" panose="020F0502020204030204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-36454" t="-6461" r="36454" b="6461"/>
          <a:stretch>
            <a:fillRect/>
          </a:stretch>
        </p:blipFill>
        <p:spPr>
          <a:xfrm>
            <a:off x="906145" y="1854835"/>
            <a:ext cx="5114290" cy="24961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6"/>
          <p:cNvSpPr txBox="1"/>
          <p:nvPr>
            <p:custDataLst>
              <p:tags r:id="rId2"/>
            </p:custDataLst>
          </p:nvPr>
        </p:nvSpPr>
        <p:spPr>
          <a:xfrm>
            <a:off x="627450" y="304235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店铺设置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endParaRPr kumimoji="0" altLang="zh-CN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772795" y="1125855"/>
            <a:ext cx="50234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进入店铺后台后，点击左下方的设置。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8480" y="165036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Calibri" panose="020F0502020204030204" charset="0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6"/>
          <a:srcRect l="-288" t="6085" r="87643" b="-39"/>
          <a:stretch>
            <a:fillRect/>
          </a:stretch>
        </p:blipFill>
        <p:spPr>
          <a:xfrm>
            <a:off x="570230" y="1370965"/>
            <a:ext cx="1330960" cy="48279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94665" y="106426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①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57245" y="1711960"/>
            <a:ext cx="26631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在设置页面内，选择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201535" y="2656205"/>
            <a:ext cx="43541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来到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页面下方，勾选以下选项，并且保存。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16420" y="259461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③</a:t>
            </a:r>
            <a:endParaRPr lang="zh-CN" altLang="en-US">
              <a:latin typeface="Calibri" panose="020F0502020204030204" charset="0"/>
            </a:endParaRPr>
          </a:p>
        </p:txBody>
      </p:sp>
      <p:pic>
        <p:nvPicPr>
          <p:cNvPr id="17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6720" y="3038158"/>
            <a:ext cx="5267960" cy="14928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9"/>
          <p:cNvPicPr>
            <a:picLocks noChangeAspect="1"/>
          </p:cNvPicPr>
          <p:nvPr/>
        </p:nvPicPr>
        <p:blipFill>
          <a:blip r:embed="rId1"/>
          <a:srcRect r="67300" b="38714"/>
          <a:stretch>
            <a:fillRect/>
          </a:stretch>
        </p:blipFill>
        <p:spPr>
          <a:xfrm>
            <a:off x="526415" y="1497965"/>
            <a:ext cx="2491740" cy="262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6"/>
          <p:cNvSpPr txBox="1"/>
          <p:nvPr>
            <p:custDataLst>
              <p:tags r:id="rId2"/>
            </p:custDataLst>
          </p:nvPr>
        </p:nvSpPr>
        <p:spPr>
          <a:xfrm>
            <a:off x="627450" y="304235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店铺设置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-2</a:t>
            </a:r>
            <a:endParaRPr kumimoji="0" altLang="zh-CN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772795" y="1125855"/>
            <a:ext cx="50234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返回设置页面，选择General。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91890" y="164655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4665" y="106426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①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78910" y="1708150"/>
            <a:ext cx="453072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在页面下方，更改时区为：London、更改货币为：USD</a:t>
            </a:r>
            <a:endParaRPr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910" y="2108835"/>
            <a:ext cx="6436995" cy="404685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27450" y="304235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店铺设置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-3</a:t>
            </a:r>
            <a:endParaRPr kumimoji="0" altLang="zh-CN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772795" y="1125855"/>
            <a:ext cx="50234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返回设置页面，选择Checkout</a:t>
            </a:r>
            <a:endParaRPr lang="zh-CN" altLang="en-US" sz="1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91890" y="164655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4665" y="106426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①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78910" y="1708150"/>
            <a:ext cx="2494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1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根据下列图片勾选对应事项。</a:t>
            </a:r>
            <a:endParaRPr lang="zh-CN" sz="1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5"/>
          <a:srcRect l="136" t="20884" r="65895" b="19963"/>
          <a:stretch>
            <a:fillRect/>
          </a:stretch>
        </p:blipFill>
        <p:spPr>
          <a:xfrm>
            <a:off x="627380" y="1432560"/>
            <a:ext cx="26447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3457575" y="4650422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05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3805" y="2014855"/>
            <a:ext cx="7062470" cy="14693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3805" y="3484245"/>
            <a:ext cx="7063105" cy="217424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27450" y="304235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店铺设置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-3</a:t>
            </a:r>
            <a:endParaRPr kumimoji="0" altLang="zh-CN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sp>
        <p:nvSpPr>
          <p:cNvPr id="14" name="文本框 13"/>
          <p:cNvSpPr txBox="1"/>
          <p:nvPr/>
        </p:nvSpPr>
        <p:spPr>
          <a:xfrm>
            <a:off x="854075" y="1056640"/>
            <a:ext cx="2494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1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根据下列图片勾选对应事项。</a:t>
            </a:r>
            <a:endParaRPr lang="zh-CN" sz="1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457575" y="4650422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05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" y="1363345"/>
            <a:ext cx="5304790" cy="3151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7865" y="1363345"/>
            <a:ext cx="6234430" cy="31324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295" y="4650105"/>
            <a:ext cx="9305925" cy="13716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2745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店铺设置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-4</a:t>
            </a:r>
            <a:r>
              <a:rPr lang="zh-CN" sz="3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绑定域名</a:t>
            </a:r>
            <a:endParaRPr kumimoji="0" altLang="zh-CN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 descr="2"/>
          <p:cNvPicPr>
            <a:picLocks noChangeAspect="1"/>
          </p:cNvPicPr>
          <p:nvPr/>
        </p:nvPicPr>
        <p:blipFill>
          <a:blip r:embed="rId7"/>
          <a:srcRect r="32801" b="-243"/>
          <a:stretch>
            <a:fillRect/>
          </a:stretch>
        </p:blipFill>
        <p:spPr>
          <a:xfrm>
            <a:off x="2500630" y="919480"/>
            <a:ext cx="6220460" cy="2691765"/>
          </a:xfrm>
          <a:prstGeom prst="rect">
            <a:avLst/>
          </a:prstGeom>
        </p:spPr>
      </p:pic>
      <p:pic>
        <p:nvPicPr>
          <p:cNvPr id="18" name="图片 17" descr="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805" y="4189095"/>
            <a:ext cx="4994275" cy="2276475"/>
          </a:xfrm>
          <a:prstGeom prst="rect">
            <a:avLst/>
          </a:prstGeom>
        </p:spPr>
      </p:pic>
      <p:pic>
        <p:nvPicPr>
          <p:cNvPr id="19" name="图片 18" descr="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4080" y="4189095"/>
            <a:ext cx="4258310" cy="22764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5740" y="3882390"/>
            <a:ext cx="1427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输入对应域名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95350" y="822325"/>
            <a:ext cx="16052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sym typeface="+mn-ea"/>
              </a:rPr>
              <a:t>①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点击添加域名。</a:t>
            </a:r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172200" y="3882390"/>
            <a:ext cx="1071880" cy="3067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</a:rPr>
              <a:t>③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验证域名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2745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店铺设置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-4</a:t>
            </a:r>
            <a:r>
              <a:rPr lang="zh-CN" sz="3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绑定域名</a:t>
            </a:r>
            <a:endParaRPr kumimoji="0" altLang="zh-CN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 descr="C:\Users\Administrator\Desktop\新建文件夹 (2)\域名\6.jpg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308215" y="3627755"/>
            <a:ext cx="3870325" cy="276923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603615" y="1457325"/>
            <a:ext cx="1783080" cy="73723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14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注意事项：</a:t>
            </a:r>
            <a:endParaRPr lang="zh-CN" altLang="en-US" sz="14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域名添加验证成功后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再选择主域名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 descr="微信截图_202003301854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35" y="1814195"/>
            <a:ext cx="5556885" cy="23196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5335" y="1457325"/>
            <a:ext cx="1783080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①点击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选择主域名。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08215" y="3321050"/>
            <a:ext cx="2849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②选择刚添加的域名，确认保存。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07765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添加条例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8675" y="1517015"/>
            <a:ext cx="4578985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①在店铺首页页面左侧栏目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Online Store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下找到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Pages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8675" y="1901190"/>
            <a:ext cx="39166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②条例示范文件夹内的条例逐个添加到店铺内。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3"/>
          <p:cNvPicPr>
            <a:picLocks noChangeAspect="1"/>
          </p:cNvPicPr>
          <p:nvPr/>
        </p:nvPicPr>
        <p:blipFill>
          <a:blip r:embed="rId7"/>
          <a:srcRect t="6108" r="-180"/>
          <a:stretch>
            <a:fillRect/>
          </a:stretch>
        </p:blipFill>
        <p:spPr>
          <a:xfrm>
            <a:off x="6963410" y="881380"/>
            <a:ext cx="4592320" cy="54463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2502535"/>
            <a:ext cx="5781675" cy="14478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1176655"/>
            <a:ext cx="5328285" cy="1990725"/>
          </a:xfrm>
          <a:prstGeom prst="rect">
            <a:avLst/>
          </a:prstGeom>
        </p:spPr>
      </p:pic>
      <p:sp>
        <p:nvSpPr>
          <p:cNvPr id="2" name="Title 6"/>
          <p:cNvSpPr txBox="1"/>
          <p:nvPr>
            <p:custDataLst>
              <p:tags r:id="rId2"/>
            </p:custDataLst>
          </p:nvPr>
        </p:nvSpPr>
        <p:spPr>
          <a:xfrm>
            <a:off x="607765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-2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上传产品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914400" imgH="215900" progId="Equation.KSEE3">
                  <p:embed/>
                </p:oleObj>
              </mc:Choice>
              <mc:Fallback>
                <p:oleObj name="" r:id="rId6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42950" y="941705"/>
            <a:ext cx="4801870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①在店铺首页页面左侧栏目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Products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下找到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All products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8675" y="3398520"/>
            <a:ext cx="361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②选择Import导入产品表文件内的产品表。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761105"/>
            <a:ext cx="5810250" cy="218122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57919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-3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创建产品目录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42950" y="1671955"/>
            <a:ext cx="4711700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①在店铺首页页面左侧栏目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Products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下找到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Collections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2950" y="2402205"/>
            <a:ext cx="349821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②点击Create Collections创建产品目录。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3230" y="1113155"/>
            <a:ext cx="4851400" cy="535432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57919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-4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店铺导航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3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4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914400" imgH="215900" progId="Equation.KSEE3">
                  <p:embed/>
                </p:oleObj>
              </mc:Choice>
              <mc:Fallback>
                <p:oleObj name="" r:id="rId5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61035" y="1122045"/>
            <a:ext cx="5013960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①在店铺首页页面左侧栏目</a:t>
            </a:r>
            <a:r>
              <a:rPr lang="en-US" altLang="zh-CN" sz="1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Online Store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下找到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41745" y="3134360"/>
            <a:ext cx="16814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②修改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添加导航。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" y="1497330"/>
            <a:ext cx="5252085" cy="2434590"/>
          </a:xfrm>
          <a:prstGeom prst="rect">
            <a:avLst/>
          </a:prstGeom>
        </p:spPr>
      </p:pic>
      <p:pic>
        <p:nvPicPr>
          <p:cNvPr id="7" name="图片 6" descr="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745" y="3536950"/>
            <a:ext cx="5262245" cy="27336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05" y="1428750"/>
            <a:ext cx="10058400" cy="4687570"/>
          </a:xfrm>
          <a:prstGeom prst="rect">
            <a:avLst/>
          </a:prstGeom>
        </p:spPr>
      </p:pic>
      <p:sp>
        <p:nvSpPr>
          <p:cNvPr id="2" name="Title 6"/>
          <p:cNvSpPr txBox="1"/>
          <p:nvPr>
            <p:custDataLst>
              <p:tags r:id="rId2"/>
            </p:custDataLst>
          </p:nvPr>
        </p:nvSpPr>
        <p:spPr>
          <a:xfrm>
            <a:off x="57919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-5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914400" imgH="215900" progId="Equation.KSEE3">
                  <p:embed/>
                </p:oleObj>
              </mc:Choice>
              <mc:Fallback>
                <p:oleObj name="" r:id="rId6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33475" y="1122045"/>
            <a:ext cx="4743450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①在店铺首页页面左侧栏目</a:t>
            </a:r>
            <a:r>
              <a:rPr lang="en-US" altLang="zh-CN" sz="1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Online Store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下找到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Themes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C:\Users\Administrator\Desktop\新建文件夹 (2)\装修店铺\3.png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300" y="1428750"/>
            <a:ext cx="9605010" cy="4687570"/>
          </a:xfrm>
          <a:prstGeom prst="rect">
            <a:avLst/>
          </a:prstGeom>
        </p:spPr>
      </p:pic>
      <p:sp>
        <p:nvSpPr>
          <p:cNvPr id="2" name="Title 6"/>
          <p:cNvSpPr txBox="1"/>
          <p:nvPr>
            <p:custDataLst>
              <p:tags r:id="rId2"/>
            </p:custDataLst>
          </p:nvPr>
        </p:nvSpPr>
        <p:spPr>
          <a:xfrm>
            <a:off x="57919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-6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914400" imgH="215900" progId="Equation.KSEE3">
                  <p:embed/>
                </p:oleObj>
              </mc:Choice>
              <mc:Fallback>
                <p:oleObj name="" r:id="rId6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30300" y="1044575"/>
            <a:ext cx="2851785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①点击Customize进入店铺装修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C:\Users\Administrator\Desktop\新建文件夹 (2)\装修店铺\4.png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0300" y="1462088"/>
            <a:ext cx="9605010" cy="4686935"/>
          </a:xfrm>
          <a:prstGeom prst="rect">
            <a:avLst/>
          </a:prstGeom>
        </p:spPr>
      </p:pic>
      <p:sp>
        <p:nvSpPr>
          <p:cNvPr id="2" name="Title 6"/>
          <p:cNvSpPr txBox="1"/>
          <p:nvPr>
            <p:custDataLst>
              <p:tags r:id="rId2"/>
            </p:custDataLst>
          </p:nvPr>
        </p:nvSpPr>
        <p:spPr>
          <a:xfrm>
            <a:off x="579190" y="195650"/>
            <a:ext cx="10976675" cy="62670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72000" tIns="36000" rIns="72000" bIns="36000" anchor="t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r>
              <a:rPr kumimoji="0" altLang="zh-CN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-7</a:t>
            </a:r>
            <a:r>
              <a:rPr kumimoji="0" lang="zh-CN" altLang="en-US" sz="3600" b="1" i="0" spc="300" baseline="0" noProof="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微软雅黑" panose="020B0503020204020204" pitchFamily="34" charset="-122"/>
              </a:rPr>
              <a:t>店铺装修</a:t>
            </a:r>
            <a:endParaRPr kumimoji="0" lang="zh-CN" altLang="en-US" sz="3600" b="1" i="0" spc="300" baseline="0" noProof="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11400304" y="434583"/>
            <a:ext cx="203545" cy="74612"/>
            <a:chOff x="9839643" y="910585"/>
            <a:chExt cx="203545" cy="74612"/>
          </a:xfrm>
        </p:grpSpPr>
        <p:cxnSp>
          <p:nvCxnSpPr>
            <p:cNvPr id="12" name="直接连接符 11"/>
            <p:cNvCxnSpPr/>
            <p:nvPr>
              <p:custDataLst>
                <p:tags r:id="rId4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5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12700"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  <p:style>
            <a:lnRef idx="1">
              <a:srgbClr val="8590CA"/>
            </a:lnRef>
            <a:fillRef idx="0">
              <a:srgbClr val="8590CA"/>
            </a:fillRef>
            <a:effectRef idx="0">
              <a:srgbClr val="8590CA"/>
            </a:effectRef>
            <a:fontRef idx="minor">
              <a:sysClr val="windowText" lastClr="000000"/>
            </a:fontRef>
          </p:style>
        </p:cxn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914400" imgH="215900" progId="Equation.KSEE3">
                  <p:embed/>
                </p:oleObj>
              </mc:Choice>
              <mc:Fallback>
                <p:oleObj name="" r:id="rId6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30300" y="1044575"/>
            <a:ext cx="2851785" cy="30670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①点击Customize进入店铺装修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REFSHAPE" val="295409436"/>
  <p:tag name="KSO_WM_UNIT_PLACING_PICTURE_USER_VIEWPORT" val="{&quot;height&quot;:7620,&quot;width&quot;:6690}"/>
</p:tagLst>
</file>

<file path=ppt/tags/tag109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10.xml><?xml version="1.0" encoding="utf-8"?>
<p:tagLst xmlns:p="http://schemas.openxmlformats.org/presentationml/2006/main">
  <p:tag name="KSO_WM_UNIT_VALUE" val="1266*203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diagram20200321_1*d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INFO" val="{&quot;code&quot;:&quot;[1]&quot;,&quot;full_picture&quot;:false,&quot;last_crop_picture&quot;:&quot;[1]&quot;,&quot;scheme&quot;:&quot;1-1&quot;,&quot;spacing&quot;:2.5}"/>
  <p:tag name="KSO_WM_UNIT_SUPPORT_UNIT_TYPE" val="[&quot;all&quot;]"/>
  <p:tag name="KSO_WM_UNIT_PLACING_PICTURE_USER_VIEWPORT" val="{&quot;height&quot;:7185.31005859375,&quot;width&quot;:6391}"/>
  <p:tag name="KSO_WM_UNIT_PLACING_PICTURE_USER_RELATIVERECTANGLE" val="{&quot;bottom&quot;:0.00017000000000000001,&quot;left&quot;:0,&quot;right&quot;:0,&quot;top&quot;:0.00017000000000000001}"/>
  <p:tag name="KSO_WM_UNIT_PLACING_PICTURE_COLLAGE_RELATIVERECTANGLE" val="{&quot;bottom&quot;:0.00017000000000001178,&quot;left&quot;:0,&quot;right&quot;:0,&quot;top&quot;:0.00017000000000001178}"/>
  <p:tag name="KSO_WM_UNIT_PLACING_PICTURE_COLLAGE_VIEWPORT" val="{&quot;height&quot;:7337.0886312600223,&quot;width&quot;:6525.9999999999991}"/>
  <p:tag name="KSO_WM_UNIT_PLACING_PICTURE_MD4" val="0"/>
  <p:tag name="KSO_WM_UNIT_BLOCK" val="0"/>
  <p:tag name="KSO_WM_UNIT_PLACING_PICTURE" val="43839.6939084144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1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1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1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2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2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2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2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3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3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3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3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4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4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4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4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5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5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5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5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6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6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6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6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7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7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7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7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80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84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ags/tag185.xml><?xml version="1.0" encoding="utf-8"?>
<p:tagLst xmlns:p="http://schemas.openxmlformats.org/presentationml/2006/main">
  <p:tag name="KSO_WM_UNIT_ISCONTENTSTITLE" val="0"/>
  <p:tag name="KSO_WM_UNIT_PRESET_TEXT" val="点击输入大标题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321_1*a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ISNUMDGMTITLE" val="0"/>
  <p:tag name="KSO_WM_UNIT_SHOW_EDIT_AREA_INDICATION" val="1"/>
  <p:tag name="KSO_WM_UNIT_PLACING_PICTURE_MD4" val="0"/>
  <p:tag name="KSO_WM_UNIT_DEFAULT_FONT" val="32;36;4"/>
  <p:tag name="KSO_WM_UNIT_BLOCK" val="0"/>
  <p:tag name="KSO_WM_UNIT_SM_LIMIT_TYPE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0321_1*i*1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  <p:tag name="KSO_WM_UNIT_DECORATE_INFO" val="{&quot;DecorateInfoX&quot;:{&quot;IsLeft&quot;:true,&quot;IsRight&quot;:false,&quot;IsAbs&quot;:false},&quot;DecorateInfoY&quot;:{&quot;IsTop&quot;:true,&quot;IsBottom&quot;:false,&quot;IsAbs&quot;:false}}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1_1*i*2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1_1*i*3"/>
  <p:tag name="KSO_WM_TEMPLATE_CATEGORY" val="diagram"/>
  <p:tag name="KSO_WM_TEMPLATE_INDEX" val="20200321"/>
  <p:tag name="KSO_WM_UNIT_LAYERLEVEL" val="1"/>
  <p:tag name="KSO_WM_TAG_VERSION" val="1.0"/>
  <p:tag name="KSO_WM_BEAUTIFY_FLAG" val="#wm#"/>
  <p:tag name="KSO_WM_UNIT_PLACING_PICTURE_MD4" val="0"/>
  <p:tag name="KSO_WM_UNIT_SM_LIMIT_TYPE" val="1"/>
</p:tagLst>
</file>

<file path=ppt/tags/tag189.xml><?xml version="1.0" encoding="utf-8"?>
<p:tagLst xmlns:p="http://schemas.openxmlformats.org/presentationml/2006/main">
  <p:tag name="KSO_WM_BEAUTIFY_FLAG" val="#wm#"/>
  <p:tag name="KSO_WM_TEMPLATE_CATEGORY" val="diagram"/>
  <p:tag name="KSO_WM_TEMPLATE_INDEX" val="20200321"/>
  <p:tag name="KSO_WM_SLIDE_ID" val="diagram20200321_1"/>
  <p:tag name="KSO_WM_TEMPLATE_SUBCATEGORY" val="1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6*458"/>
  <p:tag name="KSO_WM_SLIDE_POSITION" val="47*34"/>
  <p:tag name="KSO_WM_TEMPLATE_MASTER_TYPE" val="0"/>
  <p:tag name="KSO_WM_TEMPLATE_COLOR_TYPE" val="1"/>
  <p:tag name="KSO_WM_UNIT_SHOW_EDIT_AREA_INDICATION" val="1"/>
  <p:tag name="KSO_WM_SLIDE_LAYOUT_INFO" val="{&quot;direction&quot;:0,&quot;horizontalAlign&quot;:-1,&quot;verticalAlign&quot;:-1,&quot;type&quot;:1,&quot;diagramDirection&quot;:0,&quot;canSetOverLayout&quot;:0,&quot;isOverLayout&quot;:0,&quot;normalSize&quot;:{&quot;size1&quot;:24.6},&quot;minSize&quot;:{&quot;size1&quot;:24.6},&quot;maxSize&quot;:{&quot;size1&quot;:32.8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0,&quot;verticalAlign&quot;:1,&quot;type&quot;:0,&quot;diagramDirection&quot;:0,&quot;canSetOverLayout&quot;:0,&quot;isOverLayout&quot;:0,&quot;margin&quot;:{&quot;left&quot;:1.69,&quot;top&quot;:1.69,&quot;right&quot;:1.69,&quot;bottom&quot;:1.244},&quot;edge&quot;:{&quot;left&quot;:true,&quot;top&quot;:true,&quot;right&quot;:true,&quot;bottom&quot;:false}},{&quot;direction&quot;:1,&quot;horizontalAlign&quot;:-1,&quot;verticalAlign&quot;:-1,&quot;type&quot;:0,&quot;diagramDirection&quot;:0,&quot;canSetOverLayout&quot;:0,&quot;isOverLayout&quot;:0,&quot;normalSize&quot;:{&quot;size1&quot;:68.1},&quot;minSize&quot;:{&quot;size1&quot;:36.2},&quot;maxSize&quot;:{&quot;size1&quot;:68.1},&quot;edge&quot;:{&quot;left&quot;:true,&quot;top&quot;:false,&quot;right&quot;:true,&quot;bottom&quot;:true},&quot;backgroundInfo&quot;:[{&quot;type&quot;:&quot;bottomTop&quot;,&quot;left&quot;:0.0,&quot;top&quot;:-0.05835757,&quot;right&quot;:0.0,&quot;bottom&quot;:0.05835757,&quot;leftAbs&quot;:false,&quot;topAbs&quot;:false,&quot;rightAbs&quot;:false,&quot;bottomAbs&quot;:false}],&quot;subLayout&quot;:[{&quot;direction&quot;:0,&quot;horizontalAlign&quot;:0,&quot;verticalAlign&quot;:1,&quot;type&quot;:1,&quot;diagramDirection&quot;:0,&quot;canSetOverLayout&quot;:1,&quot;isOverLayout&quot;:0,&quot;margin&quot;:{&quot;left&quot;:1.703,&quot;top&quot;:0.026,&quot;right&quot;:1.034,&quot;bottom&quot;:1.69},&quot;marginOverLayout&quot;:{&quot;left&quot;:0.0,&quot;top&quot;:0.026,&quot;right&quot;:1.034,&quot;bottom&quot;:1.69},&quot;edge&quot;:{&quot;left&quot;:true,&quot;top&quot;:false,&quot;right&quot;:false,&quot;bottom&quot;:true}},{&quot;direction&quot;:0,&quot;horizontalAlign&quot;:0,&quot;verticalAlign&quot;:1,&quot;type&quot;:0,&quot;diagramDirection&quot;:0,&quot;canSetOverLayout&quot;:0,&quot;isOverLayout&quot;:0,&quot;margin&quot;:{&quot;left&quot;:0.026,&quot;top&quot;:0.026,&quot;right&quot;:1.69,&quot;bottom&quot;:1.69},&quot;edge&quot;:{&quot;left&quot;:false,&quot;top&quot;:false,&quot;right&quot;:true,&quot;bottom&quot;:true}}]}]}"/>
  <p:tag name="KSO_WM_SLIDE_CAN_ADD_NAVIGATION" val="1"/>
  <p:tag name="KSO_WM_SLIDE_BACKGROUND" val="[&quot;general&quot;,&quot;frame&quot;,&quot;bottomTop&quot;]"/>
  <p:tag name="KSO_WM_SLIDE_RATIO" val="1.777778"/>
</p:tagLst>
</file>

<file path=ppt/theme/theme1.xml><?xml version="1.0" encoding="utf-8"?>
<a:theme xmlns:a="http://schemas.openxmlformats.org/drawingml/2006/main" name="1_Office 主题​​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WPS 演示</Application>
  <PresentationFormat>宽屏</PresentationFormat>
  <Paragraphs>136</Paragraphs>
  <Slides>17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Segoe UI</vt:lpstr>
      <vt:lpstr>Calibri</vt:lpstr>
      <vt:lpstr>Times New Roman</vt:lpstr>
      <vt:lpstr>Arial Unicode MS</vt:lpstr>
      <vt:lpstr>1_Office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店铺创建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小玉</cp:lastModifiedBy>
  <cp:revision>118</cp:revision>
  <dcterms:created xsi:type="dcterms:W3CDTF">2021-06-16T09:56:00Z</dcterms:created>
  <dcterms:modified xsi:type="dcterms:W3CDTF">2021-06-21T03:07:48Z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2052-11.8.2.8808</vt:lpwstr>
  </property>
</Properties>
</file>